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C72B0"/>
                </a:solidFill>
                <a:latin typeface="Arial"/>
              </a:rPr>
              <a:t>EXPLORATORY FOLLOW-UP · NO NEW DATA PULLED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733"/>
                </a:solidFill>
                <a:latin typeface="Arial"/>
              </a:rPr>
              <a:t>Does spatial resolution explain the MERRA-2 vs. MODSCAG fSCA disagreement?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222733"/>
                </a:solidFill>
                <a:latin typeface="Arial"/>
              </a:rPr>
              <a:t>Question:  </a:t>
            </a:r>
            <a:r>
              <a:rPr sz="1500">
                <a:solidFill>
                  <a:srgbClr val="5A6373"/>
                </a:solidFill>
                <a:latin typeface="Arial"/>
              </a:rPr>
              <a:t>how much of the pooled bias pattern reflects MERRA's coarse 0.625°×0.5° grid vs. some other systematic cause?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222733"/>
                </a:solidFill>
                <a:latin typeface="Arial"/>
              </a:rPr>
              <a:t>Constraint:  </a:t>
            </a:r>
            <a:r>
              <a:rPr sz="1500">
                <a:solidFill>
                  <a:srgbClr val="5A6373"/>
                </a:solidFill>
                <a:latin typeface="Arial"/>
              </a:rPr>
              <a:t>reuse existing outputs only — no daily reprocessing, no redownload, no change to the aggregation rule (MODIS is always aggregated up to MERRA; MERRA is never resampled down).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222733"/>
                </a:solidFill>
                <a:latin typeface="Arial"/>
              </a:rPr>
              <a:t>Terrain heterogeneity proxy:  </a:t>
            </a:r>
            <a:r>
              <a:rPr sz="1500">
                <a:solidFill>
                  <a:srgbClr val="5A6373"/>
                </a:solidFill>
                <a:latin typeface="Arial"/>
              </a:rPr>
              <a:t>binned the checked-in USGS 3DEP DEM (800×600 px) into the 72 MERRA cells and computed within-cell elevation std. dev. — cells straddling steep terrain are the ones a coarse grid represents worst.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222733"/>
                </a:solidFill>
                <a:latin typeface="Arial"/>
              </a:rPr>
              <a:t>Bias signal:  </a:t>
            </a:r>
            <a:r>
              <a:rPr sz="1500">
                <a:solidFill>
                  <a:srgbClr val="5A6373"/>
                </a:solidFill>
                <a:latin typeface="Arial"/>
              </a:rPr>
              <a:t>recombined the already-computed monthly sufficient statistics (climatology_month rows in pixel_stats.csv) per cell into one pooled WY2010–2023 bias/NMB per cell, same 5% low-snow mask as the public bias/MAE figure.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222733"/>
                </a:solidFill>
                <a:latin typeface="Arial"/>
              </a:rPr>
              <a:t>Two comparisons:  </a:t>
            </a:r>
            <a:r>
              <a:rPr sz="1500">
                <a:solidFill>
                  <a:srgbClr val="5A6373"/>
                </a:solidFill>
                <a:latin typeface="Arial"/>
              </a:rPr>
              <a:t>(1) correlate terrain heterogeneity against the spatial bias pattern; (2) compare spatial variance (cell-to-cell) against temporal variance (year-to-year) as a rough magnitude check on which axis dominates.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087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222733"/>
                </a:solidFill>
                <a:latin typeface="Arial"/>
              </a:rPr>
              <a:t>Inputs (all pre-existing)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C72B0"/>
                </a:solidFill>
                <a:latin typeface="Consolas"/>
              </a:rPr>
              <a:t>tests/fixtures/domain_dem_3dep.tif</a:t>
            </a:r>
          </a:p>
          <a:p>
            <a:r>
              <a:rPr sz="1300">
                <a:solidFill>
                  <a:srgbClr val="5A6373"/>
                </a:solidFill>
                <a:latin typeface="Arial"/>
              </a:rPr>
              <a:t>real 3DEP DEM, checked in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C72B0"/>
                </a:solidFill>
                <a:latin typeface="Consolas"/>
              </a:rPr>
              <a:t>results/water_year_2010_2023_pixel_stats.csv</a:t>
            </a:r>
          </a:p>
          <a:p>
            <a:r>
              <a:rPr sz="1300">
                <a:solidFill>
                  <a:srgbClr val="5A6373"/>
                </a:solidFill>
                <a:latin typeface="Arial"/>
              </a:rPr>
              <a:t>per-cell climatology sufficient stats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C72B0"/>
                </a:solidFill>
                <a:latin typeface="Consolas"/>
              </a:rPr>
              <a:t>results/water_year_2010_2023_overall_stats.csv</a:t>
            </a:r>
          </a:p>
          <a:p>
            <a:r>
              <a:rPr sz="1300">
                <a:solidFill>
                  <a:srgbClr val="5A6373"/>
                </a:solidFill>
                <a:latin typeface="Arial"/>
              </a:rPr>
              <a:t>per-year domain sufficient stats</a:t>
            </a:r>
          </a:p>
          <a:p>
            <a:pPr>
              <a:spcBef>
                <a:spcPts val="1800"/>
              </a:spcBef>
            </a:pPr>
            <a:r>
              <a:rPr b="1" sz="1400">
                <a:solidFill>
                  <a:srgbClr val="222733"/>
                </a:solidFill>
                <a:latin typeface="Arial"/>
              </a:rPr>
              <a:t>New, exploratory-only artifact:</a:t>
            </a:r>
          </a:p>
          <a:p>
            <a:r>
              <a:rPr sz="1300">
                <a:solidFill>
                  <a:srgbClr val="4C72B0"/>
                </a:solidFill>
                <a:latin typeface="Consolas"/>
              </a:rPr>
              <a:t>scripts/resolution_attribution.py → results/derived_resolution_attribution.{csv,png}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373"/>
                </a:solidFill>
                <a:latin typeface="Arial"/>
              </a:rPr>
              <a:t>Not part of the scientific-contract pipeline or public product; error sign, masks, and grid rules unchanged from README.md.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C72B0"/>
                </a:solidFill>
                <a:latin typeface="Arial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733"/>
                </a:solidFill>
                <a:latin typeface="Arial"/>
              </a:rPr>
              <a:t>Result: bias pattern is mostly not explained by terrain heterogeneity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rived_resolution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49440" cy="2933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488008"/>
            <a:ext cx="11155680" cy="1912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222733"/>
                </a:solidFill>
                <a:latin typeface="Arial"/>
              </a:rPr>
              <a:t>Correlation:  </a:t>
            </a:r>
            <a:r>
              <a:rPr sz="1300">
                <a:solidFill>
                  <a:srgbClr val="5A6373"/>
                </a:solidFill>
                <a:latin typeface="Arial"/>
              </a:rPr>
              <a:t>r = -0.19 (p = 0.12, R² ≈ 0.04) between within-cell elevation std. dev. and pooled bias across 67 of 72 cells (5 masked for low snow) — essentially no relationship, and the weak trend runs opposite to a resolution-mismatch story.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222733"/>
                </a:solidFill>
                <a:latin typeface="Arial"/>
              </a:rPr>
              <a:t>Variance split:  </a:t>
            </a:r>
            <a:r>
              <a:rPr sz="1300">
                <a:solidFill>
                  <a:srgbClr val="5A6373"/>
                </a:solidFill>
                <a:latin typeface="Arial"/>
              </a:rPr>
              <a:t>spatial variance across cells (≈16.9 pp²) is ~4.5× the interannual variance at the domain level (≈3.7 pp²) — the disagreement is mostly a stable spatial pattern, not a year-to-year one.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222733"/>
                </a:solidFill>
                <a:latin typeface="Arial"/>
              </a:rPr>
              <a:t>Interpretation:  </a:t>
            </a:r>
            <a:r>
              <a:rPr sz="1300">
                <a:solidFill>
                  <a:srgbClr val="5A6373"/>
                </a:solidFill>
                <a:latin typeface="Arial"/>
              </a:rPr>
              <a:t>since that spatial pattern doesn't track terrain heterogeneity, resolution/aggregation mismatch looks like a minor contributor. Worth investigating next: land cover, radiation/snow-physics differences, or a location-dependent MERRA bias unrelated to subgrid relief.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373"/>
                </a:solidFill>
                <a:latin typeface="Arial"/>
              </a:rPr>
              <a:t>Correlational, not a controlled regridding experiment — MERRA is never resampled to MODIS resolution in this repository. See results/derived_resolution_attribution.csv for full per-cell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